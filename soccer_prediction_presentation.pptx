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50808E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Random
Forest</c:v>
                </c:pt>
                <c:pt idx="2">
                  <c:v>XGBoost</c:v>
                </c:pt>
                <c:pt idx="3">
                  <c:v>MLP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</c:v>
                </c:pt>
                <c:pt idx="1">
                  <c:v>0.4718</c:v>
                </c:pt>
                <c:pt idx="2">
                  <c:v>0.47099999999999997</c:v>
                </c:pt>
                <c:pt idx="3">
                  <c:v>0.53090000000000004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55-4414-BA6E-D81F2BFB8E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84B59F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Random
Forest</c:v>
                </c:pt>
                <c:pt idx="2">
                  <c:v>XGBoost</c:v>
                </c:pt>
                <c:pt idx="3">
                  <c:v>MLP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0.45040000000000002</c:v>
                </c:pt>
                <c:pt idx="1">
                  <c:v>0.44979999999999998</c:v>
                </c:pt>
                <c:pt idx="2">
                  <c:v>0.4456</c:v>
                </c:pt>
                <c:pt idx="3">
                  <c:v>0.36959999999999998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55-4414-BA6E-D81F2BFB8E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A3A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13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States the motivation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numbers pulled directly from the notebook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Explains leakage avoidance in plain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and F1 pulled directly from the results_df output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Combines feature importance and bias/fairness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5C8B98"/>
          </a:solidFill>
          <a:ln w="12700">
            <a:solidFill>
              <a:srgbClr val="5C8B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Predicting Soccer Match Outcomes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7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Bailey  •  AAI201: Machine Learning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predict soccer matches based on intuition. I wanted to see what the data actually shows instead.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194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as a 3-class problem: Home Win, Draw, or Away Win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063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 information that would be known before the match starts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931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few different models to see which one performs best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EFF3F0"/>
          </a:solidFill>
          <a:ln w="12700">
            <a:solidFill>
              <a:srgbClr val="EFF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1206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coaches, analysts, and fans often rely on intuition to judge a team. A model gives an objective, data-based second opinion.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football results from 1872 to today, pulled from a public dataset on GitHub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FE3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25,458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after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to 2000+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FE3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24,381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0" y="2926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usable once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history is required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0" y="21031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FE3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48/29/23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0" y="2926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split: Home Win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Win / Draw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498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missing teams or scores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956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matches from 2000 onward, sorted by date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164592" cy="164592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5413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Win / Draw / Loss label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1148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are the minority class, which becomes a challenge later 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Building the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is information you would already know before the match starts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FF3F0"/>
          </a:solidFill>
          <a:ln w="12700">
            <a:solidFill>
              <a:srgbClr val="EFF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points from each team's last 5 games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FF3F0"/>
          </a:solidFill>
          <a:ln w="12700">
            <a:solidFill>
              <a:srgbClr val="EFF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26280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Trend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337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goals scored and allowed over the last 5 games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FF3F0"/>
          </a:solidFill>
          <a:ln w="12700">
            <a:solidFill>
              <a:srgbClr val="EFF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3337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match is played at a neutral location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663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use the match's own goals as a feature?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number basically gives away the answer. If a feature comes from the match result itself, the model isn't really predicting anything - it's just repeating information it already has. This is called data leakage, and it would make the results meaningless.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test-set numbers from the notebook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8580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54480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EFF3F0"/>
          </a:solidFill>
          <a:ln w="12700">
            <a:solidFill>
              <a:srgbClr val="EFF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63840" y="1737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Surprising Result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1031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MLP had the highest accuracy (53%) but the lowest F1 score (0.37). It likely predicted "Home Win" too often, since that is the most common outcome.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35240" y="3840480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863840" y="4023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Model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43891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had the best F1 score (0.45), very close to Random Forest (0.45). The simpler model performed just as well as the more complex ones.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EFF3F0"/>
          </a:solidFill>
          <a:ln w="12700">
            <a:solidFill>
              <a:srgbClr val="EFF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Are Hard to Predict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only scored 0.28 on Draws, compared to 0.58 on Home Wins. Every model struggled with this.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EFF3F0"/>
          </a:solidFill>
          <a:ln w="12700">
            <a:solidFill>
              <a:srgbClr val="EFF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and Scoring Mattered Most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form and average goals were the strongest predictors. Team names were not used directly.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EFF3F0"/>
          </a:solidFill>
          <a:ln w="12700">
            <a:solidFill>
              <a:srgbClr val="EFF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Teams Have More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057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Well-known soccer nations have longer histories in the dataset, so the model has more information about them.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47472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EFF3F0"/>
          </a:solidFill>
          <a:ln w="12700">
            <a:solidFill>
              <a:srgbClr val="EFF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Meant for Actual Predictions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meant to practice classification methods, not to make real predictions or bets.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371600"/>
            <a:ext cx="4572000" cy="4572000"/>
          </a:xfrm>
          <a:prstGeom prst="ellipse">
            <a:avLst/>
          </a:prstGeom>
          <a:solidFill>
            <a:srgbClr val="5C8B98"/>
          </a:solidFill>
          <a:ln w="12700">
            <a:solidFill>
              <a:srgbClr val="5C8B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Final Thoughts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was making sure I wasn't accidentally using future information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expected XGBoost to perform best, but Logistic Regression did just as well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can be misleading when the classes are imbalanced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time, I would compare head-to-head history and try different settings for each model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586</Words>
  <Application>Microsoft Office PowerPoint</Application>
  <PresentationFormat>Widescreen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Bailey, Xavier M</cp:lastModifiedBy>
  <cp:revision>2</cp:revision>
  <dcterms:created xsi:type="dcterms:W3CDTF">2026-08-04T00:01:08Z</dcterms:created>
  <dcterms:modified xsi:type="dcterms:W3CDTF">2026-08-04T02:09:51Z</dcterms:modified>
</cp:coreProperties>
</file>